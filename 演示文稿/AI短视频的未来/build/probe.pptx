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517331631f456e" /><Relationship Type="http://schemas.openxmlformats.org/officeDocument/2006/relationships/extended-properties" Target="/docProps/app.xml" Id="Rd3dcd3b684664ab0" /><Relationship Type="http://schemas.openxmlformats.org/officeDocument/2006/relationships/officeDocument" Target="/ppt/presentation.xml" Id="Rb51c72e201594e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74103771364470"/>
  </p:sldMasterIdLst>
  <p:notesMasterIdLst>
    <p:notesMasterId xmlns:r="http://schemas.openxmlformats.org/officeDocument/2006/relationships" r:id="R57596e59fec146d5"/>
  </p:notesMasterIdLst>
  <p:sldIdLst>
    <p:sldId xmlns:r="http://schemas.openxmlformats.org/officeDocument/2006/relationships" id="256" r:id="Rfa128c1a5ac34b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27e7ed8f3c4a55" /><Relationship Type="http://schemas.openxmlformats.org/officeDocument/2006/relationships/slideMaster" Target="/ppt/slideMasters/slideMaster1.xml" Id="R6674103771364470" /><Relationship Type="http://schemas.openxmlformats.org/officeDocument/2006/relationships/notesMaster" Target="/ppt/notesMasters/notesMaster1.xml" Id="R57596e59fec146d5" /><Relationship Type="http://schemas.openxmlformats.org/officeDocument/2006/relationships/presProps" Target="/ppt/presProps.xml" Id="Rf74a2db00c1b4149" /><Relationship Type="http://schemas.openxmlformats.org/officeDocument/2006/relationships/tableStyles" Target="/ppt/tableStyles.xml" Id="R0676084cea7042eb" /><Relationship Type="http://schemas.openxmlformats.org/officeDocument/2006/relationships/slide" Target="/ppt/slides/slide1.xml" Id="Rfa128c1a5ac34b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bfc9e115e24f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fd747d950f4061" /><Relationship Type="http://schemas.openxmlformats.org/officeDocument/2006/relationships/notesMaster" Target="/ppt/notesMasters/notesMaster1.xml" Id="Rf05140c3b52747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演讲备注测试。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8e7e6264149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c3a86f32c4c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d31eeb9de4e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dabb8849040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15801f91d4f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8da40ce2143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1CDC68-8666-45EB-B11B-606EBBDB97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772798-9433-46BF-8B4D-D592E93359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EFAEFE-C02C-46C3-9FAF-7C6DB839B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641203-FA6B-4CE7-831E-7CE85238C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A36D2C-A331-4164-8B3E-BFBB2E3543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10601E-DC5A-40B7-AB17-B40647C079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CF5106-1FF0-4BB6-8647-40783A157F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74E978-D1B1-4415-AEE0-403F8045C4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489BB4-5E25-41EE-AE50-BF9C430B9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A5864D-963B-41DA-BB1A-A894E9DE5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c63172c7104084" /><Relationship Type="http://schemas.openxmlformats.org/officeDocument/2006/relationships/slideLayout" Target="/ppt/slideLayouts/slideLayout1.xml" Id="R2a3ecf5ce91a4d31" /><Relationship Type="http://schemas.openxmlformats.org/officeDocument/2006/relationships/slideLayout" Target="/ppt/slideLayouts/slideLayout2.xml" Id="R1defb91e7f2b4cd2" /><Relationship Type="http://schemas.openxmlformats.org/officeDocument/2006/relationships/slideLayout" Target="/ppt/slideLayouts/slideLayout3.xml" Id="R9dced1f040da4a39" /><Relationship Type="http://schemas.openxmlformats.org/officeDocument/2006/relationships/slideLayout" Target="/ppt/slideLayouts/slideLayout4.xml" Id="Ra1feb9818b49456e" /><Relationship Type="http://schemas.openxmlformats.org/officeDocument/2006/relationships/slideLayout" Target="/ppt/slideLayouts/slideLayout5.xml" Id="R01c496a825e3405e" /><Relationship Type="http://schemas.openxmlformats.org/officeDocument/2006/relationships/slideLayout" Target="/ppt/slideLayouts/slideLayout6.xml" Id="R78f89d17b5ed4b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ecf5ce91a4d31"/>
    <p:sldLayoutId xmlns:r="http://schemas.openxmlformats.org/officeDocument/2006/relationships" id="2147483650" r:id="R1defb91e7f2b4cd2"/>
    <p:sldLayoutId xmlns:r="http://schemas.openxmlformats.org/officeDocument/2006/relationships" id="2147483651" r:id="R9dced1f040da4a39"/>
    <p:sldLayoutId xmlns:r="http://schemas.openxmlformats.org/officeDocument/2006/relationships" id="2147483652" r:id="Ra1feb9818b49456e"/>
    <p:sldLayoutId xmlns:r="http://schemas.openxmlformats.org/officeDocument/2006/relationships" id="2147483653" r:id="R01c496a825e3405e"/>
    <p:sldLayoutId xmlns:r="http://schemas.openxmlformats.org/officeDocument/2006/relationships" id="2147483654" r:id="R78f89d17b5ed4b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a4c5e32c684c21" /><Relationship Type="http://schemas.openxmlformats.org/officeDocument/2006/relationships/notesSlide" Target="/ppt/notesSlides/notesSlide1.xml" Id="Rdd135dfc5ec544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0116B-F097-4913-9C91-11D099BB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AI 短视频的未来</a:t>
            </a:r>
          </a:p>
          <a:p xmlns:a="http://schemas.openxmlformats.org/drawingml/2006/main">
            <a:pPr>
              <a:def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创新、注意力与创作机会</a:t>
            </a:r>
          </a:p>
        </p:txBody>
      </p:sp>
    </p:spTree>
    <p:extLst>
      <p:ext uri="{BB962C8B-B14F-4D97-AF65-F5344CB8AC3E}">
        <p14:creationId xmlns:p14="http://schemas.microsoft.com/office/powerpoint/2010/main" val="1180430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2026-10-19T13:43:44.9720000Z</dcterms:created>
  <dcterms:modified xsi:type="dcterms:W3CDTF">2026-10-19T13:43:44.9720000Z</dcterms:modified>
</coreProperties>
</file>